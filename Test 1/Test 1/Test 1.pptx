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45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10/10/2019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044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10/10/2019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106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10/10/2019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42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10/10/2019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084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10/10/2019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341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10/10/2019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077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10/10/2019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424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10/10/2019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75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10/10/2019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617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10/10/2019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377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10/10/2019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6613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10/10/2019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120185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10/10/2019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4280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10/10/2019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8163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10/10/2019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8561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10/10/2019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3958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10/10/2019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585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10/10/2019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8927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9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i="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://fee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DD361B-0A8B-43F1-BD62-B883AE66C3A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28B9C9-B051-454A-B4A7-E05DD221D1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>
            <a:normAutofit/>
          </a:bodyPr>
          <a:lstStyle/>
          <a:p>
            <a:r>
              <a:rPr lang="en-US" dirty="0"/>
              <a:t>Julio Ribeiro Barros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24B4EA-F2C6-4A1D-841A-23CF93CC2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>
            <a:normAutofit/>
          </a:bodyPr>
          <a:lstStyle/>
          <a:p>
            <a:r>
              <a:rPr lang="en-US" dirty="0"/>
              <a:t>International Student at EMU, From Brazil, Major Mechanical Engineer.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648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grill, cooking, hot, cooked&#10;&#10;Description automatically generated">
            <a:extLst>
              <a:ext uri="{FF2B5EF4-FFF2-40B4-BE49-F238E27FC236}">
                <a16:creationId xmlns:a16="http://schemas.microsoft.com/office/drawing/2014/main" id="{83E62FB0-FBF4-4D52-8379-DFC2DAEDC5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4206" b="11524"/>
          <a:stretch/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 useBgFill="1">
        <p:nvSpPr>
          <p:cNvPr id="15" name="Freeform 5">
            <a:extLst>
              <a:ext uri="{FF2B5EF4-FFF2-40B4-BE49-F238E27FC236}">
                <a16:creationId xmlns:a16="http://schemas.microsoft.com/office/drawing/2014/main" id="{37D54B6C-87D0-4C03-8335-3955179D2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-118536" y="1371603"/>
            <a:ext cx="5624423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30639-1494-4207-80BB-E05F24854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845388"/>
            <a:ext cx="3596420" cy="979016"/>
          </a:xfrm>
        </p:spPr>
        <p:txBody>
          <a:bodyPr anchor="b">
            <a:normAutofit/>
          </a:bodyPr>
          <a:lstStyle/>
          <a:p>
            <a:pPr algn="l"/>
            <a:r>
              <a:rPr lang="en-US" sz="2400" dirty="0"/>
              <a:t>Brazilian Barbecue</a:t>
            </a:r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971BCEAC-0E4D-4F36-849B-5F79FAC71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968237"/>
            <a:ext cx="3531684" cy="3679189"/>
          </a:xfrm>
        </p:spPr>
        <p:txBody>
          <a:bodyPr anchor="t">
            <a:normAutofit/>
          </a:bodyPr>
          <a:lstStyle/>
          <a:p>
            <a:r>
              <a:rPr lang="en-US" dirty="0">
                <a:effectLst/>
              </a:rPr>
              <a:t>September 8, 2019 5:00pm - Midnight</a:t>
            </a:r>
          </a:p>
          <a:p>
            <a:r>
              <a:rPr lang="en-US" dirty="0">
                <a:effectLst/>
              </a:rPr>
              <a:t>Address: 7058 Grass Rd, Saline, MI 48176</a:t>
            </a:r>
          </a:p>
          <a:p>
            <a:r>
              <a:rPr lang="en-US" dirty="0">
                <a:effectLst/>
              </a:rPr>
              <a:t>Hosted By: Julio Ribeiro Barros (734) 249-2768</a:t>
            </a:r>
          </a:p>
          <a:p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E286CA-5889-4B36-B382-5DE43B95937F}"/>
              </a:ext>
            </a:extLst>
          </p:cNvPr>
          <p:cNvSpPr txBox="1"/>
          <p:nvPr/>
        </p:nvSpPr>
        <p:spPr>
          <a:xfrm>
            <a:off x="9953889" y="6657945"/>
            <a:ext cx="223811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4" tooltip="http://fee.org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5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6534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">
      <a:dk1>
        <a:srgbClr val="000000"/>
      </a:dk1>
      <a:lt1>
        <a:srgbClr val="FFFFFF"/>
      </a:lt1>
      <a:dk2>
        <a:srgbClr val="242A41"/>
      </a:dk2>
      <a:lt2>
        <a:srgbClr val="E2E8E5"/>
      </a:lt2>
      <a:accent1>
        <a:srgbClr val="C34D85"/>
      </a:accent1>
      <a:accent2>
        <a:srgbClr val="B13BA5"/>
      </a:accent2>
      <a:accent3>
        <a:srgbClr val="9E4DC3"/>
      </a:accent3>
      <a:accent4>
        <a:srgbClr val="6142B4"/>
      </a:accent4>
      <a:accent5>
        <a:srgbClr val="4D5EC3"/>
      </a:accent5>
      <a:accent6>
        <a:srgbClr val="3B7DB1"/>
      </a:accent6>
      <a:hlink>
        <a:srgbClr val="6A68CC"/>
      </a:hlink>
      <a:folHlink>
        <a:srgbClr val="7F7F7F"/>
      </a:folHlink>
    </a:clrScheme>
    <a:fontScheme name="Slate">
      <a:majorFont>
        <a:latin typeface="Bodoni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oudy Old Style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Bodoni MT</vt:lpstr>
      <vt:lpstr>Goudy Old Style</vt:lpstr>
      <vt:lpstr>Wingdings 2</vt:lpstr>
      <vt:lpstr>SlateVTI</vt:lpstr>
      <vt:lpstr>Julio Ribeiro Barros</vt:lpstr>
      <vt:lpstr>Brazilian Barbecue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Julio Ribeiro Barros</dc:title>
  <dc:creator>B eezer</dc:creator>
  <cp:lastModifiedBy>B eezer</cp:lastModifiedBy>
  <cp:revision>1</cp:revision>
  <dcterms:created xsi:type="dcterms:W3CDTF">2019-10-10T16:31:20Z</dcterms:created>
  <dcterms:modified xsi:type="dcterms:W3CDTF">2019-10-10T16:35:59Z</dcterms:modified>
</cp:coreProperties>
</file>